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33"/>
    <p:restoredTop autoAdjust="0" sz="94711"/>
  </p:normalViewPr>
  <p:slideViewPr>
    <p:cSldViewPr snapToGrid="0" snapToObjects="1">
      <p:cViewPr varScale="1">
        <p:scale>
          <a:sx d="100" n="84"/>
          <a:sy d="100" n="84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Template</a:t>
            </a:r>
            <a:r>
              <a:rPr/>
              <a:t> </a:t>
            </a:r>
            <a:r>
              <a:rPr/>
              <a:t>Registry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r>
              <a:rPr/>
              <a:t>Configuration-Driven</a:t>
            </a:r>
            <a:r>
              <a:rPr/>
              <a:t> </a:t>
            </a:r>
            <a:r>
              <a:rPr/>
              <a:t>Form</a:t>
            </a:r>
            <a:r>
              <a:rPr/>
              <a:t> </a:t>
            </a:r>
            <a:r>
              <a:rPr/>
              <a:t>Management</a:t>
            </a:r>
            <a:br/>
            <a:br/>
            <a:r>
              <a:rPr/>
              <a:t>EGS</a:t>
            </a:r>
            <a:r>
              <a:rPr/>
              <a:t> </a:t>
            </a:r>
            <a:r>
              <a:rPr/>
              <a:t>Award</a:t>
            </a:r>
            <a:r>
              <a:rPr/>
              <a:t> </a:t>
            </a:r>
            <a:r>
              <a:rPr/>
              <a:t>Management</a:t>
            </a:r>
            <a:r>
              <a:rPr/>
              <a:t> </a:t>
            </a:r>
            <a:r>
              <a:rPr/>
              <a:t>System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Business</a:t>
            </a:r>
            <a:r>
              <a:rPr/>
              <a:t> </a:t>
            </a:r>
            <a:r>
              <a:rPr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Every new government form requires </a:t>
            </a:r>
            <a:r>
              <a:rPr b="1"/>
              <a:t>custom development</a:t>
            </a:r>
            <a:r>
              <a:rPr/>
              <a:t>: database tables, API endpoints, mapping code</a:t>
            </a:r>
          </a:p>
          <a:p>
            <a:pPr lvl="1"/>
            <a:r>
              <a:rPr/>
              <a:t>Form changes wait in a development queue</a:t>
            </a:r>
          </a:p>
          <a:p>
            <a:pPr lvl="1"/>
            <a:r>
              <a:rPr/>
              <a:t>Each change carries risk of introducing bugs into production</a:t>
            </a:r>
          </a:p>
          <a:p>
            <a:pPr lvl="1"/>
            <a:r>
              <a:rPr/>
              <a:t>This creates a bottleneck between form analysts and the running system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Solution:</a:t>
            </a:r>
            <a:r>
              <a:rPr/>
              <a:t> </a:t>
            </a:r>
            <a:r>
              <a:rPr/>
              <a:t>Data-Driven</a:t>
            </a:r>
            <a:r>
              <a:rPr/>
              <a:t> </a:t>
            </a:r>
            <a:r>
              <a:rPr/>
              <a:t>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Administrators create a </a:t>
            </a:r>
            <a:r>
              <a:rPr b="1"/>
              <a:t>JSON template file</a:t>
            </a:r>
            <a:r>
              <a:rPr/>
              <a:t> describing form-to-database mappings</a:t>
            </a:r>
          </a:p>
          <a:p>
            <a:pPr lvl="1"/>
            <a:r>
              <a:rPr/>
              <a:t>The system </a:t>
            </a:r>
            <a:r>
              <a:rPr b="1"/>
              <a:t>automatically</a:t>
            </a:r>
            <a:r>
              <a:rPr/>
              <a:t> reads templates, creates tables, and handles storage</a:t>
            </a:r>
          </a:p>
          <a:p>
            <a:pPr lvl="1"/>
            <a:r>
              <a:rPr b="1"/>
              <a:t>No code changes</a:t>
            </a:r>
            <a:r>
              <a:rPr/>
              <a:t> required for new or modified forms</a:t>
            </a:r>
          </a:p>
          <a:p>
            <a:pPr lvl="1"/>
            <a:r>
              <a:rPr/>
              <a:t>Templates are the </a:t>
            </a:r>
            <a:r>
              <a:rPr b="1"/>
              <a:t>single source of truth</a:t>
            </a:r>
            <a:r>
              <a:rPr/>
              <a:t> for the schema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How</a:t>
            </a:r>
            <a:r>
              <a:rPr/>
              <a:t> </a:t>
            </a:r>
            <a:r>
              <a:rPr/>
              <a:t>It</a:t>
            </a:r>
            <a:r>
              <a:rPr/>
              <a:t> </a:t>
            </a:r>
            <a:r>
              <a:rPr/>
              <a:t>Works</a:t>
            </a:r>
          </a:p>
        </p:txBody>
      </p:sp>
      <p:pic>
        <p:nvPicPr>
          <p:cNvPr descr="/tmp/doc-diagrams/TEMPLATE_REGISTRY_diag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3276600"/>
            <a:ext cx="8229600" cy="66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Template</a:t>
            </a:r>
            <a:r>
              <a:rPr/>
              <a:t> </a:t>
            </a:r>
            <a:r>
              <a:rPr/>
              <a:t>Registry</a:t>
            </a:r>
            <a:r>
              <a:rPr/>
              <a:t> </a:t>
            </a:r>
            <a:r>
              <a:rPr/>
              <a:t>Flow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Key</a:t>
            </a:r>
            <a:r>
              <a:rPr/>
              <a:t> </a:t>
            </a:r>
            <a:r>
              <a:rPr/>
              <a:t>Business</a:t>
            </a:r>
            <a:r>
              <a:rPr/>
              <a:t> </a:t>
            </a:r>
            <a:r>
              <a:rPr/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No code deployments</a:t>
            </a:r>
            <a:r>
              <a:rPr/>
              <a:t> for new forms — drop a JSON file and go</a:t>
            </a:r>
          </a:p>
          <a:p>
            <a:pPr lvl="1"/>
            <a:r>
              <a:rPr b="1"/>
              <a:t>Zero-downtime schema changes</a:t>
            </a:r>
            <a:r>
              <a:rPr/>
              <a:t> — new fields added while system runs</a:t>
            </a:r>
          </a:p>
          <a:p>
            <a:pPr lvl="1"/>
            <a:r>
              <a:rPr b="1"/>
              <a:t>Safe by design</a:t>
            </a:r>
            <a:r>
              <a:rPr/>
              <a:t> — the system never deletes data; removed fields are flagged for review</a:t>
            </a:r>
          </a:p>
          <a:p>
            <a:pPr lvl="1"/>
            <a:r>
              <a:rPr b="1"/>
              <a:t>Audit trail</a:t>
            </a:r>
            <a:r>
              <a:rPr/>
              <a:t> — every template version recorded for historical reconstruction</a:t>
            </a:r>
          </a:p>
          <a:p>
            <a:pPr lvl="1"/>
            <a:r>
              <a:rPr b="1"/>
              <a:t>Reduced cost</a:t>
            </a:r>
            <a:r>
              <a:rPr/>
              <a:t> — form analysts define templates without backend developer involvement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Architecture</a:t>
            </a:r>
            <a:r>
              <a:rPr/>
              <a:t> </a:t>
            </a:r>
            <a:r>
              <a:rPr/>
              <a:t>Overview</a:t>
            </a:r>
          </a:p>
        </p:txBody>
      </p:sp>
      <p:pic>
        <p:nvPicPr>
          <p:cNvPr descr="/tmp/doc-diagrams/TEMPLATE_REGISTRY_diag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38300"/>
            <a:ext cx="8229600" cy="393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Architecture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Components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Responsibility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TransformerProperties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Binds</a:t>
                      </a:r>
                      <a:r>
                        <a:rPr/>
                        <a:t> </a:t>
                      </a:r>
                      <a:r>
                        <a:rPr/>
                        <a:t>configuration</a:t>
                      </a:r>
                      <a:r>
                        <a:rPr/>
                        <a:t> </a:t>
                      </a:r>
                      <a:r>
                        <a:rPr/>
                        <a:t>from</a:t>
                      </a:r>
                      <a:r>
                        <a:rPr/>
                        <a:t> </a:t>
                      </a:r>
                      <a:r>
                        <a:rPr/>
                        <a:t>application.yml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FileSystemTemplateLoader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Reads</a:t>
                      </a:r>
                      <a:r>
                        <a:rPr/>
                        <a:t> </a:t>
                      </a:r>
                      <a:r>
                        <a:rPr/>
                        <a:t>template</a:t>
                      </a:r>
                      <a:r>
                        <a:rPr/>
                        <a:t> </a:t>
                      </a:r>
                      <a:r>
                        <a:rPr/>
                        <a:t>files;</a:t>
                      </a:r>
                      <a:r>
                        <a:rPr/>
                        <a:t> </a:t>
                      </a:r>
                      <a:r>
                        <a:rPr/>
                        <a:t>runs</a:t>
                      </a:r>
                      <a:r>
                        <a:rPr/>
                        <a:t> </a:t>
                      </a:r>
                      <a:r>
                        <a:rPr/>
                        <a:t>WatchService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TemplateValidator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Validates</a:t>
                      </a:r>
                      <a:r>
                        <a:rPr/>
                        <a:t> </a:t>
                      </a:r>
                      <a:r>
                        <a:rPr/>
                        <a:t>template</a:t>
                      </a:r>
                      <a:r>
                        <a:rPr/>
                        <a:t> </a:t>
                      </a:r>
                      <a:r>
                        <a:rPr/>
                        <a:t>structure</a:t>
                      </a:r>
                      <a:r>
                        <a:rPr/>
                        <a:t> </a:t>
                      </a:r>
                      <a:r>
                        <a:rPr/>
                        <a:t>on</a:t>
                      </a:r>
                      <a:r>
                        <a:rPr/>
                        <a:t> </a:t>
                      </a:r>
                      <a:r>
                        <a:rPr/>
                        <a:t>load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TemplateRegistry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Central</a:t>
                      </a:r>
                      <a:r>
                        <a:rPr/>
                        <a:t> </a:t>
                      </a:r>
                      <a:r>
                        <a:rPr/>
                        <a:t>cache,</a:t>
                      </a:r>
                      <a:r>
                        <a:rPr/>
                        <a:t> </a:t>
                      </a:r>
                      <a:r>
                        <a:rPr/>
                        <a:t>loading,</a:t>
                      </a:r>
                      <a:r>
                        <a:rPr/>
                        <a:t> </a:t>
                      </a:r>
                      <a:r>
                        <a:rPr/>
                        <a:t>and</a:t>
                      </a:r>
                      <a:r>
                        <a:rPr/>
                        <a:t> </a:t>
                      </a:r>
                      <a:r>
                        <a:rPr/>
                        <a:t>hot-reload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DdlManager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Creates/reconciles</a:t>
                      </a:r>
                      <a:r>
                        <a:rPr/>
                        <a:t> </a:t>
                      </a:r>
                      <a:r>
                        <a:rPr/>
                        <a:t>database</a:t>
                      </a:r>
                      <a:r>
                        <a:rPr/>
                        <a:t> </a:t>
                      </a:r>
                      <a:r>
                        <a:rPr/>
                        <a:t>tables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Template</a:t>
            </a:r>
            <a:r>
              <a:rPr/>
              <a:t> </a:t>
            </a:r>
            <a:r>
              <a:rPr/>
              <a:t>File</a:t>
            </a:r>
            <a:r>
              <a:rPr/>
              <a:t> </a:t>
            </a:r>
            <a:r>
              <a:rPr/>
              <a:t>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"formId"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"pre-award-overview"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"version"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"tableName"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"form_pre_award_overview"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"fields"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[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"jsonPath"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"pi_budget"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"column"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"pi_budget"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"sqlType"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"NUMERIC"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"transform"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"toDb"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"toBigDecimal"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07020"/>
                </a:solidFill>
                <a:latin typeface="Courier"/>
              </a:rPr>
              <a:t>]</a:t>
            </a:r>
            <a:br/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Startup</a:t>
            </a:r>
            <a:r>
              <a:rPr/>
              <a:t> </a:t>
            </a:r>
            <a:r>
              <a:rPr/>
              <a:t>Sequence</a:t>
            </a:r>
          </a:p>
        </p:txBody>
      </p:sp>
      <p:pic>
        <p:nvPicPr>
          <p:cNvPr descr="/tmp/doc-diagrams/TEMPLATE_REGISTRY_diag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27100" y="1600200"/>
            <a:ext cx="73025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Startup</a:t>
            </a:r>
            <a:r>
              <a:rPr/>
              <a:t> </a:t>
            </a:r>
            <a:r>
              <a:rPr/>
              <a:t>Sequence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Hot</a:t>
            </a:r>
            <a:r>
              <a:rPr/>
              <a:t> </a:t>
            </a:r>
            <a:r>
              <a:rPr/>
              <a:t>Reload:</a:t>
            </a:r>
            <a:r>
              <a:rPr/>
              <a:t> </a:t>
            </a:r>
            <a:r>
              <a:rPr/>
              <a:t>Zero-Downtime</a:t>
            </a:r>
            <a:r>
              <a:rPr/>
              <a:t> </a:t>
            </a:r>
            <a:r>
              <a:rPr/>
              <a:t>Updates</a:t>
            </a:r>
          </a:p>
        </p:txBody>
      </p:sp>
      <p:pic>
        <p:nvPicPr>
          <p:cNvPr descr="/tmp/doc-diagrams/TEMPLATE_REGISTRY_diag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387600"/>
            <a:ext cx="8229600" cy="2438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Hot</a:t>
            </a:r>
            <a:r>
              <a:rPr/>
              <a:t> </a:t>
            </a:r>
            <a:r>
              <a:rPr/>
              <a:t>Reload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File system </a:t>
            </a:r>
            <a:r>
              <a:rPr>
                <a:latin typeface="Courier"/>
              </a:rPr>
              <a:t>WatchService</a:t>
            </a:r>
            <a:r>
              <a:rPr/>
              <a:t> detects changes in real-time</a:t>
            </a:r>
          </a:p>
          <a:p>
            <a:pPr lvl="1"/>
            <a:r>
              <a:rPr/>
              <a:t>Cache invalidated and refreshed atomically</a:t>
            </a:r>
          </a:p>
          <a:p>
            <a:pPr lvl="1"/>
            <a:r>
              <a:rPr/>
              <a:t>In-flight requests complete normally (immutable records)</a:t>
            </a:r>
          </a:p>
          <a:p>
            <a:pPr lvl="1"/>
            <a:r>
              <a:rPr/>
              <a:t>Database columns added automatically (never dropped)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DDL</a:t>
            </a:r>
            <a:r>
              <a:rPr/>
              <a:t> </a:t>
            </a:r>
            <a:r>
              <a:rPr/>
              <a:t>Safety</a:t>
            </a:r>
            <a:r>
              <a:rPr/>
              <a:t> </a:t>
            </a:r>
            <a:r>
              <a:rPr/>
              <a:t>Rules</a:t>
            </a:r>
          </a:p>
        </p:txBody>
      </p:sp>
      <p:pic>
        <p:nvPicPr>
          <p:cNvPr descr="/tmp/doc-diagrams/TEMPLATE_REGISTRY_diag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30500" y="1600200"/>
            <a:ext cx="36703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DDL</a:t>
            </a:r>
            <a:r>
              <a:rPr/>
              <a:t> </a:t>
            </a:r>
            <a:r>
              <a:rPr/>
              <a:t>Safety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DDL</a:t>
            </a:r>
            <a:r>
              <a:rPr/>
              <a:t> </a:t>
            </a:r>
            <a:r>
              <a:rPr/>
              <a:t>Safety</a:t>
            </a:r>
            <a:r>
              <a:rPr/>
              <a:t> </a:t>
            </a:r>
            <a:r>
              <a:rPr/>
              <a:t>Summary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Enforcement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Never</a:t>
                      </a:r>
                      <a:r>
                        <a:rPr b="1"/>
                        <a:t> </a:t>
                      </a:r>
                      <a:r>
                        <a:rPr b="1"/>
                        <a:t>DROP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No</a:t>
                      </a:r>
                      <a:r>
                        <a:rPr/>
                        <a:t> </a:t>
                      </a:r>
                      <a:r>
                        <a:rPr/>
                        <a:t>DROP</a:t>
                      </a:r>
                      <a:r>
                        <a:rPr/>
                        <a:t> </a:t>
                      </a:r>
                      <a:r>
                        <a:rPr/>
                        <a:t>COLUMN</a:t>
                      </a:r>
                      <a:r>
                        <a:rPr/>
                        <a:t> </a:t>
                      </a:r>
                      <a:r>
                        <a:rPr/>
                        <a:t>or</a:t>
                      </a:r>
                      <a:r>
                        <a:rPr/>
                        <a:t> </a:t>
                      </a:r>
                      <a:r>
                        <a:rPr/>
                        <a:t>DROP</a:t>
                      </a:r>
                      <a:r>
                        <a:rPr/>
                        <a:t> </a:t>
                      </a:r>
                      <a:r>
                        <a:rPr/>
                        <a:t>TABLE</a:t>
                      </a:r>
                      <a:r>
                        <a:rPr/>
                        <a:t> </a:t>
                      </a:r>
                      <a:r>
                        <a:rPr/>
                        <a:t>—</a:t>
                      </a:r>
                      <a:r>
                        <a:rPr/>
                        <a:t> </a:t>
                      </a:r>
                      <a:r>
                        <a:rPr/>
                        <a:t>ever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New</a:t>
                      </a:r>
                      <a:r>
                        <a:rPr b="1"/>
                        <a:t> </a:t>
                      </a:r>
                      <a:r>
                        <a:rPr b="1"/>
                        <a:t>columns</a:t>
                      </a:r>
                      <a:r>
                        <a:rPr b="1"/>
                        <a:t> </a:t>
                      </a:r>
                      <a:r>
                        <a:rPr b="1"/>
                        <a:t>nullable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ALTER</a:t>
                      </a:r>
                      <a:r>
                        <a:rPr/>
                        <a:t> </a:t>
                      </a:r>
                      <a:r>
                        <a:rPr/>
                        <a:t>TABLE</a:t>
                      </a:r>
                      <a:r>
                        <a:rPr/>
                        <a:t> </a:t>
                      </a:r>
                      <a:r>
                        <a:rPr/>
                        <a:t>omits</a:t>
                      </a:r>
                      <a:r>
                        <a:rPr/>
                        <a:t> </a:t>
                      </a:r>
                      <a:r>
                        <a:rPr/>
                        <a:t>NOT</a:t>
                      </a:r>
                      <a:r>
                        <a:rPr/>
                        <a:t> </a:t>
                      </a:r>
                      <a:r>
                        <a:rPr/>
                        <a:t>NULL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Identifier</a:t>
                      </a:r>
                      <a:r>
                        <a:rPr b="1"/>
                        <a:t> </a:t>
                      </a:r>
                      <a:r>
                        <a:rPr b="1"/>
                        <a:t>validation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Regex-validated</a:t>
                      </a:r>
                      <a:r>
                        <a:rPr/>
                        <a:t> </a:t>
                      </a:r>
                      <a:r>
                        <a:rPr/>
                        <a:t>table/column</a:t>
                      </a:r>
                      <a:r>
                        <a:rPr/>
                        <a:t> </a:t>
                      </a:r>
                      <a:r>
                        <a:rPr/>
                        <a:t>names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SQL</a:t>
                      </a:r>
                      <a:r>
                        <a:rPr b="1"/>
                        <a:t> </a:t>
                      </a:r>
                      <a:r>
                        <a:rPr b="1"/>
                        <a:t>type</a:t>
                      </a:r>
                      <a:r>
                        <a:rPr b="1"/>
                        <a:t> </a:t>
                      </a:r>
                      <a:r>
                        <a:rPr b="1"/>
                        <a:t>whitelist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Only</a:t>
                      </a:r>
                      <a:r>
                        <a:rPr/>
                        <a:t> </a:t>
                      </a:r>
                      <a:r>
                        <a:rPr/>
                        <a:t>known</a:t>
                      </a:r>
                      <a:r>
                        <a:rPr/>
                        <a:t> </a:t>
                      </a:r>
                      <a:r>
                        <a:rPr/>
                        <a:t>PostgreSQL</a:t>
                      </a:r>
                      <a:r>
                        <a:rPr/>
                        <a:t> </a:t>
                      </a:r>
                      <a:r>
                        <a:rPr/>
                        <a:t>types</a:t>
                      </a:r>
                      <a:r>
                        <a:rPr/>
                        <a:t> </a:t>
                      </a:r>
                      <a:r>
                        <a:rPr/>
                        <a:t>permitted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Version</a:t>
            </a:r>
            <a:r>
              <a:rPr/>
              <a:t> </a:t>
            </a:r>
            <a:r>
              <a:rPr/>
              <a:t>History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Every loaded template recorded in </a:t>
            </a:r>
            <a:r>
              <a:rPr>
                <a:latin typeface="Courier"/>
              </a:rPr>
              <a:t>transformer_template_history</a:t>
            </a:r>
            <a:r>
              <a:rPr/>
              <a:t> table</a:t>
            </a:r>
          </a:p>
          <a:p>
            <a:pPr lvl="1"/>
            <a:r>
              <a:rPr/>
              <a:t>Enables </a:t>
            </a:r>
            <a:r>
              <a:rPr b="1"/>
              <a:t>historical reads</a:t>
            </a:r>
            <a:r>
              <a:rPr/>
              <a:t>: reconstruct data using the exact template active at submission time</a:t>
            </a:r>
          </a:p>
          <a:p>
            <a:pPr lvl="1"/>
            <a:r>
              <a:rPr/>
              <a:t>Critical for compliance and audit scenarios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Adding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New</a:t>
            </a:r>
            <a:r>
              <a:rPr/>
              <a:t> </a:t>
            </a:r>
            <a:r>
              <a:rPr/>
              <a:t>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/>
              <a:t>Create </a:t>
            </a:r>
            <a:r>
              <a:rPr>
                <a:latin typeface="Courier"/>
              </a:rPr>
              <a:t>{formId}.transformer.json</a:t>
            </a:r>
            <a:r>
              <a:rPr/>
              <a:t> in templates directory</a:t>
            </a:r>
          </a:p>
          <a:p>
            <a:pPr lvl="1">
              <a:buAutoNum type="arabicPeriod"/>
            </a:pPr>
            <a:r>
              <a:rPr/>
              <a:t>Define formId, tableName, fields, and optional relations/hooks</a:t>
            </a:r>
          </a:p>
          <a:p>
            <a:pPr lvl="1">
              <a:buAutoNum type="arabicPeriod"/>
            </a:pPr>
            <a:r>
              <a:rPr/>
              <a:t>System detects file automatically (hot-reload) or on restart</a:t>
            </a:r>
          </a:p>
          <a:p>
            <a:pPr lvl="1">
              <a:buAutoNum type="arabicPeriod"/>
            </a:pPr>
            <a:r>
              <a:rPr/>
              <a:t>DdlManager creates the database table</a:t>
            </a:r>
          </a:p>
          <a:p>
            <a:pPr lvl="1">
              <a:buAutoNum type="arabicPeriod"/>
            </a:pPr>
            <a:r>
              <a:rPr/>
              <a:t>Form immediately available for submissions</a:t>
            </a:r>
          </a:p>
          <a:p>
            <a:pPr lvl="0" marL="0" indent="0">
              <a:buNone/>
            </a:pPr>
            <a:r>
              <a:rPr b="1"/>
              <a:t>No Java code. No migration scripts. No redeployment.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transformer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template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dir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classpath:templates</a:t>
            </a:r>
            <a:r>
              <a:rPr i="1">
                <a:solidFill>
                  <a:srgbClr val="60A0B0"/>
                </a:solidFill>
                <a:latin typeface="Courier"/>
              </a:rPr>
              <a:t>      # or /etc/templates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hot-reload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true</a:t>
            </a:r>
            <a:r>
              <a:rPr i="1">
                <a:solidFill>
                  <a:srgbClr val="60A0B0"/>
                </a:solidFill>
                <a:latin typeface="Courier"/>
              </a:rPr>
              <a:t>              # WatchService on filesystem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cache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max-size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500</a:t>
            </a:r>
            <a:r>
              <a:rPr i="1">
                <a:solidFill>
                  <a:srgbClr val="60A0B0"/>
                </a:solidFill>
                <a:latin typeface="Courier"/>
              </a:rPr>
              <a:t>                 # Max cached templates</a:t>
            </a:r>
          </a:p>
          <a:p>
            <a:pPr lvl="0" marL="0" indent="0">
              <a:buNone/>
            </a:pPr>
            <a:r>
              <a:rPr/>
              <a:t>All properties overridable via environment variables for containerized deployments.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For Business</a:t>
            </a:r>
            <a:r>
              <a:rPr/>
              <a:t>: New forms in minutes, not sprints</a:t>
            </a:r>
          </a:p>
          <a:p>
            <a:pPr lvl="1"/>
            <a:r>
              <a:rPr b="1"/>
              <a:t>For Operations</a:t>
            </a:r>
            <a:r>
              <a:rPr/>
              <a:t>: Zero-downtime changes, safe-by-design DDL</a:t>
            </a:r>
          </a:p>
          <a:p>
            <a:pPr lvl="1"/>
            <a:r>
              <a:rPr b="1"/>
              <a:t>For Compliance</a:t>
            </a:r>
            <a:r>
              <a:rPr/>
              <a:t>: Full version history and audit trail</a:t>
            </a:r>
          </a:p>
          <a:p>
            <a:pPr lvl="1"/>
            <a:r>
              <a:rPr b="1"/>
              <a:t>For Development</a:t>
            </a:r>
            <a:r>
              <a:rPr/>
              <a:t>: Extensible via hooks and custom transforms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Registry</dc:title>
  <dc:creator>EGS Award Management System</dc:creator>
  <cp:keywords/>
  <dcterms:created xsi:type="dcterms:W3CDTF">2026-04-06T18:36:31Z</dcterms:created>
  <dcterms:modified xsi:type="dcterms:W3CDTF">2026-04-06T18:36:31Z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Configuration-Driven Form Management</vt:lpwstr>
  </property>
</Properties>
</file>