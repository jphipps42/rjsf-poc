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POJO/JPA Implementation Plan</a:t>
            </a:r>
          </a:p>
          <a:p>
            <a:pPr algn="ctr">
              <a:spcBef>
                <a:spcPts val="2000"/>
              </a:spcBef>
              <a:defRPr sz="2000">
                <a:solidFill>
                  <a:srgbClr val="428BCA"/>
                </a:solidFill>
              </a:defRPr>
            </a:pPr>
            <a:r>
              <a:t>Dual Sync Strategy with Runtime Toggle</a:t>
            </a:r>
            <a:br/>
            <a:r>
              <a:t>RJSF Pre-Award Review System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Current system uses a Map-based transformer pipeline for relational sync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Pipeline is flexible (JSON templates, zero Java changes for new forms)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But relies on raw JDBC, dynamic SQL, and runtime type coercion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Goal: Implement a second code path using JPA @Entity classes (POJOs)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Both approaches write to the SAME 6 relational tables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Runtime UI toggle enables direct comparison of both approaches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Architecture: Before (Single Path)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FormSubmissionService.syncToRelationalTable()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SubmissionWriteService.writeSection()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SqlExecutor (raw JDBC) → PostgreSQL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Single code path: Template JSON → PathResolver → TransformRegistry → TypeCoercion → SQL Upsert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Architecture: After (Dual Path Strategy Pattern)</a:t>
            </a:r>
          </a:p>
        </p:txBody>
      </p:sp>
      <p:pic>
        <p:nvPicPr>
          <p:cNvPr id="3" name="Picture 2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207" y="1005840"/>
            <a:ext cx="3383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Phase 1: JPA Entity Layer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Entity Class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Fields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 Types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FormPreAwardOverview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form_pre_award_overview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BigDecimal, LocalDate, JSONB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FormPreAwardSafety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form_pre_award_safety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All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FormPreAwardAnimal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form_pre_award_animal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JSONB (species)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FormPreAwardHuman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form_pre_award_human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Boolean,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FormPreAwardAcquisition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form_pre_award_acquisition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BigDecimal, JSONB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FormPreAwardFinal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form_pre_award_final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All TEXT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Phase 2: Strategy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RelationalSyncStrategy interface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getName() and writeSection() — matches existing service signature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MapperSyncStrategy: thin wrapper around existing SubmissionWriteService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Zero behavior change — existing pipeline runs as-is when active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PojoSyncStrategy: JPA-based with section-aware partial updates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find-or-create pattern, per-section setter methods prevent data clobbering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FormDataExtractor: type-safe extraction from Map&lt;String, Object&gt;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getString(), getBigDecimal(), getBoolean(), getLocalDate(), getJsonb()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RelationalSyncStrategyManager: thread-safe mode switching via AtomicReference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Defaults to MAPPER, switchable via REST API at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Phase 3: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FormSubmissionService modified to use strategy manager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Replaced direct SubmissionWriteService with RelationalSyncStrategyManager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New REST endpoint: GET/PUT /api/sync-mode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Returns/accepts {"mode": "MAPPER"} or {"mode": "POJO"}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Frontend: getSyncMode() and setSyncMode() API functions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UI toggle: clickable Chip in ReviewPage footer bar</a:t>
            </a:r>
          </a:p>
          <a:p>
            <a:pPr lvl="1">
              <a:spcBef>
                <a:spcPts val="400"/>
              </a:spcBef>
              <a:defRPr sz="1500">
                <a:solidFill>
                  <a:srgbClr val="A6A6A8"/>
                </a:solidFill>
              </a:defRPr>
            </a:pPr>
            <a:r>
              <a:t>MAPPER shown in blue (#428bca), POJO shown in orange (#FF9800)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Deliverables: Files Created &amp; Modified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Entity Classes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FormDataBase + 6 form-specific entities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JPA Repositories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One per entity with findByAwardId()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Strategy Layer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Interface + 2 strategies + extractor + manager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REST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SyncModeController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Modified Backend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FormSubmissionService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Modified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api.js + ReviewPage.jsx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19 new files, 3 modified files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Testing: 51 New Tests, All Passing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 File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Coverage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FormDataExtractorTest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Type coercion, null safety, edge cases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RelationalSyncStrategyManagerTest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Mode switching, defaults, validation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PojoSyncStrategyTest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Entity mapping, section isolation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SyncModeToggleIntegrationTest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End-to-end: API toggle + both write paths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Comparison: Mapper vs POJO Approach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Mapper (Transformer)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POJO (JPA)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Adding a new form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JSON template, no Java changes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New entity + repository, recompile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Type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Runtime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Compile-time errors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SQL generation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Hand-built parameterized SQL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Hibernate auto-generated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Schema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Update JSON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Update entity class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Dynamic forms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Fully supported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Not feasible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Developer familiarity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Custom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Standard JPA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Single raw SQL upsert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Hibernate select + merge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Both approaches coexist and produce identical database state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Runtime toggle enables direct A/B comparison during development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Mapper approach remains the default — better for dynamic forms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POJO approach offers stronger type safety for stable schemas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Strategy pattern makes it easy to add future sync approaches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All 84 tests passing (70 unit + 14 integration)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