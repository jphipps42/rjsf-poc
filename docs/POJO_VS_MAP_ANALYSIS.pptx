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4000" b="1">
                <a:solidFill>
                  <a:srgbClr val="FFFFFF"/>
                </a:solidFill>
              </a:defRPr>
            </a:pPr>
            <a:r>
              <a:t>POJO vs Map-Based Approach</a:t>
            </a:r>
          </a:p>
          <a:p>
            <a:pPr>
              <a:spcBef>
                <a:spcPts val="600"/>
              </a:spcBef>
              <a:defRPr sz="2400" b="0">
                <a:solidFill>
                  <a:srgbClr val="428BCA"/>
                </a:solidFill>
              </a:defRPr>
            </a:pPr>
            <a:r>
              <a:t>Child Table Insertion Analysis</a:t>
            </a:r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0">
                <a:solidFill>
                  <a:srgbClr val="A6A6A8"/>
                </a:solidFill>
              </a:defRPr>
            </a:pPr>
            <a:r>
              <a:t>How each step of the transformer pipeline changes with JPA entities</a:t>
            </a:r>
          </a:p>
          <a:p>
            <a:pPr>
              <a:spcBef>
                <a:spcPts val="600"/>
              </a:spcBef>
              <a:defRPr sz="1600" b="0">
                <a:solidFill>
                  <a:srgbClr val="A6A6A8"/>
                </a:solidFill>
              </a:defRPr>
            </a:pPr>
            <a:r>
              <a:t>RJSF Pre-Award Review System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Flow: Map vs POJO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28BCA"/>
                </a:solidFill>
              </a:defRPr>
            </a:pPr>
            <a:r>
              <a:t>Current: Map-Based (Generic)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029200" cy="64008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JSON → Map&lt;String,Object&gt; → PathResolver → Transform → Coerce → Dynamic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0">
                <a:solidFill>
                  <a:srgbClr val="A6A6A8"/>
                </a:solidFill>
              </a:defRPr>
            </a:pPr>
            <a:r>
              <a:t>Every piece operates on untyped maps and string keys</a:t>
            </a:r>
          </a:p>
          <a:p>
            <a:pPr>
              <a:spcBef>
                <a:spcPts val="600"/>
              </a:spcBef>
              <a:defRPr sz="1400" b="0">
                <a:solidFill>
                  <a:srgbClr val="A6A6A8"/>
                </a:solidFill>
              </a:defRPr>
            </a:pPr>
            <a:r>
              <a:t>Template JSON is the single source of truth for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7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POJO Alternative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74720"/>
            <a:ext cx="5029200" cy="64008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JSON → Jackson → Typed POJO → Direct getters → JPA/Repository → Hibernate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0">
                <a:solidFill>
                  <a:srgbClr val="A6A6A8"/>
                </a:solidFill>
              </a:defRPr>
            </a:pPr>
            <a:r>
              <a:t>Types are known at compile time — no runtime path resolution or coercion</a:t>
            </a:r>
          </a:p>
          <a:p>
            <a:pPr>
              <a:spcBef>
                <a:spcPts val="600"/>
              </a:spcBef>
              <a:defRPr sz="1400" b="0">
                <a:solidFill>
                  <a:srgbClr val="A6A6A8"/>
                </a:solidFill>
              </a:defRPr>
            </a:pPr>
            <a:r>
              <a:t>Entity annotations are the source of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2C3E50"/>
                </a:solidFill>
              </a:defRPr>
            </a:pPr>
            <a:r>
              <a:t>6 Pipeline Steps That Change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1. Deserialization → Jackson typed class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2. Path Resolution → disappears (direct getters)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3. Type Coercion → disappears (Jackson handles)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4. Transforms → JPA converters / annotations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5. Child Relations → @OneToMany cascade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6. Template Config → unnecessary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Steps 1-3: Deserialization, Path Resolution, Type Coercion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28BCA"/>
                </a:solidFill>
              </a:defRPr>
            </a:pPr>
            <a:r>
              <a:t>Current: Map-Based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109728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Map&lt;String, Object&gt; formData = request.formData();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Optional&lt;Object&gt; val = pathResolver.get(relation.jsonPath(), formData);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val = typeCoercionService.coerce(val, childField.sqlType());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String-based path lookup at runtime</a:t>
            </a:r>
          </a:p>
          <a:p>
            <a:pPr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Type coercion converts Object → BigDecimal, LocalDate, etc.</a:t>
            </a:r>
          </a:p>
          <a:p>
            <a:pPr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Transform registry applies toDb functions (e.g., jsonStringify)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515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POJO: JPA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109728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EmployeeOnboarding form = objectMapper.convertValue(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    request.formData(), EmployeeOnboarding.class);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BigDecimal budget = form.getPiBudget();  // already typed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8346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Jackson deserializes directly into typed fields</a:t>
            </a:r>
          </a:p>
          <a:p>
            <a:pPr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No PathResolver needed — compile-time safe getters</a:t>
            </a:r>
          </a:p>
          <a:p>
            <a:pPr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No TypeCoercionService — fields are already the right Java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 b="1">
                <a:solidFill>
                  <a:srgbClr val="2C3E50"/>
                </a:solidFill>
              </a:defRPr>
            </a:pPr>
            <a:r>
              <a:t>Result: 3 pipeline stages (deserialization, path resolution, type coercion) collapse into one Jackson call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Step 4: Transforms Move to JPA Converters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28BCA"/>
                </a:solidFill>
              </a:defRPr>
            </a:pPr>
            <a:r>
              <a:t>Current: Runtime Transform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11887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// Dynamic transform lookup at runtime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Optional&lt;ToDbFunction&gt; fn = transformRegistry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    .getToDb(childField.transform().toDb());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val = fn.get().apply(val, childField);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515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POJO: JPA @Convert Annotation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03520" cy="11887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// Declarative via JPA annotations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@Convert(converter = JsonbConverter.class)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@Column(name = "personnel",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        columnDefinition = "jsonb")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private Map&lt;String, Object&gt; personnel;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2C3E50"/>
                </a:solidFill>
              </a:defRPr>
            </a:pPr>
            <a:r>
              <a:t>Key Difference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Map approach: Transform functions are registered as Spring beans, looked up by name at runtime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A6A6A8"/>
                </a:solidFill>
              </a:defRPr>
            </a:pPr>
            <a:r>
              <a:t>    13 built-in transforms: toLocalDate, jsonStringify, toBigDecimal, trimString, etc.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POJO approach: Transforms are declared as annotations on the entity field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A6A6A8"/>
                </a:solidFill>
              </a:defRPr>
            </a:pPr>
            <a:r>
              <a:t>    Hibernate/Hypersistence handles JSONB, dates, numbers automatically on persist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Step 5: Child Relations Become JPA @OneToMany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The current 30+ line block of manual iteration, mapping, and batch insert collapses into annotations: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28BCA"/>
                </a:solidFill>
              </a:defRPr>
            </a:pPr>
            <a:r>
              <a:t>Current: 30+ Lines of Manual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0352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// Current: 4 manual responsibilities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// 1. Find array in JSON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pathResolver.get(relation.jsonPath(), formData);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// 2. Map each item to column values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for (Object item : items) { ... transform ... coerce }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// 3. Link children to parent via FK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// 4. Batch insert with ordering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sqlExecutor.batchInsertChildren(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    childTable, parentKey, submissionId,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    orderColumn, childRows);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POJO: JPA Annotations + One save()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30352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// POJO: declared on the entity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@OneToMany(mappedBy = "parent",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    cascade = CascadeType.ALL,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    orphanRemoval = true)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@OrderColumn(name = "contact_order")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private List&lt;EmergencyContact&gt;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    emergencyContacts;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// The entire write: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repository.save(entity);  // ONE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What Hibernate does behind save():</a:t>
            </a:r>
          </a:p>
          <a:p>
            <a:pPr>
              <a:spcBef>
                <a:spcPts val="600"/>
              </a:spcBef>
              <a:defRPr sz="1400" b="0">
                <a:solidFill>
                  <a:srgbClr val="A6A6A8"/>
                </a:solidFill>
              </a:defRPr>
            </a:pPr>
            <a:r>
              <a:t>CascadeType.ALL: persist/merge/delete parent → automatically cascades to children</a:t>
            </a:r>
          </a:p>
          <a:p>
            <a:pPr>
              <a:spcBef>
                <a:spcPts val="600"/>
              </a:spcBef>
              <a:defRPr sz="1400" b="0">
                <a:solidFill>
                  <a:srgbClr val="A6A6A8"/>
                </a:solidFill>
              </a:defRPr>
            </a:pPr>
            <a:r>
              <a:t>@JoinColumn: Hibernate sets the FK (employee_id) on each child row automatically</a:t>
            </a:r>
          </a:p>
          <a:p>
            <a:pPr>
              <a:spcBef>
                <a:spcPts val="600"/>
              </a:spcBef>
              <a:defRPr sz="1400" b="0">
                <a:solidFill>
                  <a:srgbClr val="A6A6A8"/>
                </a:solidFill>
              </a:defRPr>
            </a:pPr>
            <a:r>
              <a:t>@OrderColumn: Hibernate writes 0, 1, 2... to maintain array order — same as manual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Hibernate Actually Generates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When you call repository.save(entity), Hibernate issues SQL equivalent to: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0058400" cy="25603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-- Step 1: Insert parent, get back generated ID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INSERT INTO form_employee_onboarding (employee_name) VALUES ('Jane');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-- returns submissionId = 42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-- Step 2: Insert children with FK and order (automatic)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INSERT INTO employee_emergency_contacts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    (employee_id, contact_order, contact_name, contact_phone)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    VALUES (42, 0, 'John', '555-1234');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INSERT INTO employee_emergency_contacts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    (employee_id, contact_order, contact_name, contact_phone)</a:t>
            </a:r>
          </a:p>
          <a:p>
            <a:pPr>
              <a:spcBef>
                <a:spcPts val="100"/>
              </a:spcBef>
              <a:defRPr sz="1100">
                <a:solidFill>
                  <a:srgbClr val="2C3E50"/>
                </a:solidFill>
                <a:latin typeface="Courier New"/>
              </a:defRPr>
            </a:pPr>
            <a:r>
              <a:t>    VALUES (42, 1, 'Mary', '555-5678');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 b="1">
                <a:solidFill>
                  <a:srgbClr val="27AE60"/>
                </a:solidFill>
              </a:defRPr>
            </a:pPr>
            <a:r>
              <a:t>Same outcome as the current 30+ lines of manual code — Hibernate generates it from annotations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9800"/>
                </a:solidFill>
              </a:defRPr>
            </a:pPr>
            <a:r>
              <a:t>The catch: This only works when you know the entity structure at compile time.</a:t>
            </a:r>
          </a:p>
          <a:p>
            <a:pPr>
              <a:spcBef>
                <a:spcPts val="600"/>
              </a:spcBef>
              <a:defRPr sz="1400" b="0">
                <a:solidFill>
                  <a:srgbClr val="A6A6A8"/>
                </a:solidFill>
              </a:defRPr>
            </a:pPr>
            <a:r>
              <a:t>In this project, forms are defined dynamically by JSON templates, so new entity classes would be needed for every form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Trade-off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047" y="1188720"/>
          <a:ext cx="1051560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11480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Concern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Current (Maps)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POJO / JPA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Adding a new form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Add a JSON template file, no Java changes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Write new entity classes, recompile, redeploy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Type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Runtime errors (wrong path, bad coercion)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Compile-time errors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Code volume per form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~0 lines of Java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Entity class + repository + migration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Schema evolution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Update JSON 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Update entity, write migration, redeploy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Boilerplate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High in pipeline (PathResolver, coercion, transforms)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High per-entity (annotations, converters)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Dynamic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Fully supported — forms defined at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Not feasible without hybrid approach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Developer familiarity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Custom framework, learning curve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Standard JPA, widely understood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Single raw SQL upsert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Hibernate select + merge (2 queries)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We Implemented: Dual Strategy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2C3E50"/>
                </a:solidFill>
              </a:defRPr>
            </a:pPr>
            <a:r>
              <a:t>Rather than replacing the Mapper, we implemented BOTH approaches side-by-side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428BCA"/>
                </a:solidFill>
              </a:defRPr>
            </a:pPr>
            <a:r>
              <a:t>Strategy Pattern with runtime toggle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RelationalSyncStrategy interface with two implementations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MapperSyncStrategy wraps the existing transformer pipeline (zero changes)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PojoSyncStrategy uses typed JPA entities and Spring Data repositories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428BCA"/>
                </a:solidFill>
              </a:defRPr>
            </a:pPr>
            <a:r>
              <a:t>6 JPA Entity Classes created (117 total fields)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FormPreAwardOverview, Safety, Animal, Human (29 fields), Acquisition (50 fields), Final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Hibernate ddl-auto: validate confirms entities match existing DB schema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428BCA"/>
                </a:solidFill>
              </a:defRPr>
            </a:pPr>
            <a:r>
              <a:t>Section-aware partial updates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Multi-section tables (Human, Acquisition) only update the active section's columns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Prevents one subsection save from nulling out another subsection's data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428BCA"/>
                </a:solidFill>
              </a:defRPr>
            </a:pPr>
            <a:r>
              <a:t>UI toggle in ReviewPage footer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Clickable chip: "MAPPER" (blue) or "POJO" (orange) — switches via REST API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Both paths write to the same PostgreSQL tables with identical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Verified: Both Approaches Produce Identical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6647" y="1188720"/>
          <a:ext cx="100584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  <a:gridCol w="137160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MAPPER Result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POJO Result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Match?</a:t>
                      </a:r>
                    </a:p>
                  </a:txBody>
                  <a:tcPr>
                    <a:solidFill>
                      <a:srgbClr val="428BC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Overview save (pi_budget=222222)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Row written via SqlExecutor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Row written via JPA save()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Identical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Safety save (safety_q1=yes)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Raw SQL upsert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Hibernate 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Identical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Human section isolation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fieldsBySection() tag filtering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Per-section setter methods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Identical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Upsert (same award, 2nd save)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ON CONFLICT DO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JPA find + 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Identical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Toggle MAPPER → POJO same row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Row count = 1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Row count = 1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Identical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Toggle POJO → MAPPER same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Values reflect last 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Values reflect last 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Identical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27AE60"/>
                </a:solidFill>
              </a:defRPr>
            </a:pPr>
            <a:r>
              <a:t>84 total tests passing: 70 unit + 14 integration (including 51 new tests for POJO/toggle)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Why This Project Uses the Map-Based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2C3E50"/>
                </a:solidFill>
              </a:defRPr>
            </a:pPr>
            <a:r>
              <a:t>Form structure is defined in JSON templates at runtime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700" b="0">
                <a:solidFill>
                  <a:srgbClr val="2C3E50"/>
                </a:solidFill>
              </a:defRPr>
            </a:pPr>
            <a:r>
              <a:t>A new form can be added by dropping a .transformer.json file into the templates directory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27AE60"/>
                </a:solidFill>
              </a:defRPr>
            </a:pPr>
            <a:r>
              <a:t>No code changes, no recompilation, no redeployment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700" b="0">
                <a:solidFill>
                  <a:srgbClr val="FF9800"/>
                </a:solidFill>
              </a:defRPr>
            </a:pPr>
            <a:r>
              <a:t>This is impossible with POJOs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Every form shape requires a new Java class + repository + strategy method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Every schema change requires a code change and recompile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700" b="0">
                <a:solidFill>
                  <a:srgbClr val="2C3E50"/>
                </a:solidFill>
              </a:defRPr>
            </a:pPr>
            <a:r>
              <a:t>The generic approach trades compile-time safety for runtime flexibility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This is the right trade-off for an application where forms are dynamically defined by RJSF schemas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700" b="0">
                <a:solidFill>
                  <a:srgbClr val="428BCA"/>
                </a:solidFill>
              </a:defRPr>
            </a:pPr>
            <a:r>
              <a:t>The POJO approach remains available via the toggle for comparison and evaluation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A6A6A8"/>
                </a:solidFill>
              </a:defRPr>
            </a:pPr>
            <a:r>
              <a:t>Both approaches are fully tested and produce identical database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